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Helvetica World" charset="1" panose="020B0500040000020004"/>
      <p:regular r:id="rId17"/>
    </p:embeddedFont>
    <p:embeddedFont>
      <p:font typeface="Georgia Pro Condensed" charset="1" panose="02040506050405020303"/>
      <p:regular r:id="rId18"/>
    </p:embeddedFont>
    <p:embeddedFont>
      <p:font typeface="Helvetica World Bold" charset="1" panose="020B08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4A4A4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Hana Aden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965543"/>
            <a:ext cx="9754495" cy="73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301"/>
              </a:lnSpc>
            </a:pPr>
            <a:r>
              <a:rPr lang="en-US" sz="14301" spc="-500" strike="noStrike" u="none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Storage Devices in Computer Systems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Overview of Storage Devices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654913"/>
            <a:ext cx="7227359" cy="5603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71"/>
              </a:lnSpc>
            </a:pPr>
            <a:r>
              <a:rPr lang="en-US" sz="3979" spc="-59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Storage devices are essential components in computer systems, enabling </a:t>
            </a:r>
            <a:r>
              <a:rPr lang="en-US" b="true" sz="3979" spc="-59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saving</a:t>
            </a:r>
            <a:r>
              <a:rPr lang="en-US" sz="3979" spc="-59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retrieval, and manipulation. They are classified into primary and secondary types, which serve distinct purposes in data management.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RAM: The Heart of Speed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7566" y="4163392"/>
            <a:ext cx="7224943" cy="448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99"/>
              </a:lnSpc>
            </a:pPr>
            <a:r>
              <a:rPr lang="en-US" sz="3642" spc="-54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RAM (Random Access Memory) is a </a:t>
            </a:r>
            <a:r>
              <a:rPr lang="en-US" b="true" sz="3642" spc="-54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volatile memory</a:t>
            </a:r>
            <a:r>
              <a:rPr lang="en-US" sz="3642" spc="-54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crucial for temporary data storage during active processes, enabling fast read/write operations, supporting multitasking, and enhancing overall system performance in computers.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Read-Only Memory (ROM)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632020"/>
            <a:ext cx="6886575" cy="462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48"/>
              </a:lnSpc>
            </a:pPr>
            <a:r>
              <a:rPr lang="en-US" sz="3749" spc="-56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ROM is a </a:t>
            </a:r>
            <a:r>
              <a:rPr lang="en-US" b="true" sz="3749" spc="-56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non-volatile memory</a:t>
            </a:r>
            <a:r>
              <a:rPr lang="en-US" sz="3749" spc="-56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type essential for storing permanent instructions. It retains data even without power, crucial for booting systems and ensuring reliable startup processes in embedded devices.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Hard Disk Drives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976314"/>
            <a:ext cx="6886575" cy="5643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2"/>
              </a:lnSpc>
            </a:pPr>
            <a:r>
              <a:rPr lang="en-US" sz="4044" spc="-60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Hard Disk Drives (HDD) utilize magnetic storage on spinning disks, offering large capacity and cost-effectiveness for permanent file storage and retrieval, making them essential in desktops, servers, and backup solutions.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Understanding Solid State Drives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822701"/>
            <a:ext cx="6886575" cy="599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0"/>
              </a:lnSpc>
            </a:pPr>
            <a:r>
              <a:rPr lang="en-US" sz="4264" spc="-63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SSDs utilize flash memory for </a:t>
            </a:r>
            <a:r>
              <a:rPr lang="en-US" b="true" sz="4264" spc="-63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faster data access</a:t>
            </a:r>
            <a:r>
              <a:rPr lang="en-US" sz="4264" spc="-63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increased durability compared to traditional HDDs. They significantly reduce boot and load times, enhancing performance in laptops and gaming PCs.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Flash Drives and Memory Cards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3981923"/>
            <a:ext cx="6886575" cy="448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51"/>
              </a:lnSpc>
            </a:pPr>
            <a:r>
              <a:rPr lang="en-US" sz="3608" spc="-54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Flash drives and memory cards provide </a:t>
            </a:r>
            <a:r>
              <a:rPr lang="en-US" b="true" sz="3608" spc="-54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portable storage solutions</a:t>
            </a:r>
            <a:r>
              <a:rPr lang="en-US" sz="3608" spc="-54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data transfer and backup. Their compact size enhances device expansion, making them ideal for personal use in cameras and mobile devices.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External Hard Drives Explained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335099"/>
            <a:ext cx="6100221" cy="514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70"/>
              </a:lnSpc>
            </a:pPr>
            <a:r>
              <a:rPr lang="en-US" sz="3622" spc="-54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External hard drives offer </a:t>
            </a:r>
            <a:r>
              <a:rPr lang="en-US" b="true" sz="3622" spc="-54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high-capacity portable storage</a:t>
            </a:r>
            <a:r>
              <a:rPr lang="en-US" sz="3622" spc="-54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backing up data and transferring large files. They connect via USB or other interfaces, making them essential for both personal and business use.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814719"/>
            <a:ext cx="6886575" cy="596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565" indent="-409782" lvl="1">
              <a:lnSpc>
                <a:spcPts val="5314"/>
              </a:lnSpc>
              <a:buFont typeface="Arial"/>
              <a:buChar char="•"/>
            </a:pPr>
            <a:r>
              <a:rPr lang="en-US" sz="3796" spc="-56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Enable data retention for both temporary and permanent needs</a:t>
            </a:r>
          </a:p>
          <a:p>
            <a:pPr algn="l" marL="819565" indent="-409782" lvl="1">
              <a:lnSpc>
                <a:spcPts val="5314"/>
              </a:lnSpc>
              <a:buFont typeface="Arial"/>
              <a:buChar char="•"/>
            </a:pPr>
            <a:r>
              <a:rPr lang="en-US" sz="3796" spc="-56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 multitasking and efficient program execution in systems</a:t>
            </a:r>
          </a:p>
          <a:p>
            <a:pPr algn="l" marL="819565" indent="-409782" lvl="1">
              <a:lnSpc>
                <a:spcPts val="5314"/>
              </a:lnSpc>
              <a:buFont typeface="Arial"/>
              <a:buChar char="•"/>
            </a:pPr>
            <a:r>
              <a:rPr lang="en-US" sz="3796" spc="-56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Essential for backups, recovery, and data portability across devices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581025"/>
            <a:ext cx="68865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Significance of Storage Devices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Emerging Technologies in Storage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1045" y="4132096"/>
            <a:ext cx="7092280" cy="5488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7"/>
              </a:lnSpc>
            </a:pPr>
            <a:r>
              <a:rPr lang="en-US" sz="3862" spc="-57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future of storage devices includes </a:t>
            </a:r>
            <a:r>
              <a:rPr lang="en-US" b="true" sz="3862" spc="-57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increased speed</a:t>
            </a:r>
            <a:r>
              <a:rPr lang="en-US" sz="3862" spc="-57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b="true" sz="3862" spc="-57" strike="noStrike" u="none">
                <a:solidFill>
                  <a:srgbClr val="2A2A2A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reliability</a:t>
            </a:r>
            <a:r>
              <a:rPr lang="en-US" sz="3862" spc="-57" strike="noStrike" u="none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with SSDs replacing traditional HDDs, widespread adoption of cloud storage solutions, and the development of ultra-fast NVMe drives enhancing data accessibility.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007AC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9011285"/>
            <a:ext cx="8324850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2A2A2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Exploring the world of storage devices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19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007ACC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Storage Devices in Computer Systems</dc:description>
  <dc:identifier>DAG_yi1bzxU</dc:identifier>
  <dcterms:modified xsi:type="dcterms:W3CDTF">2011-08-01T06:04:30Z</dcterms:modified>
  <cp:revision>1</cp:revision>
  <dc:title>Presentation - Storage Devices in Computer Systems</dc:title>
</cp:coreProperties>
</file>
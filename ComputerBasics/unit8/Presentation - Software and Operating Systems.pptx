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nor Sans" charset="1" panose="02000000000000000000"/>
      <p:regular r:id="rId19"/>
    </p:embeddedFont>
    <p:embeddedFont>
      <p:font typeface="Clear Sans" charset="1" panose="020B0503030202020304"/>
      <p:regular r:id="rId20"/>
    </p:embeddedFont>
    <p:embeddedFont>
      <p:font typeface="Clear Sans Medium" charset="1" panose="020B0603030202020304"/>
      <p:regular r:id="rId21"/>
    </p:embeddedFont>
    <p:embeddedFont>
      <p:font typeface="Clear Sans Bold" charset="1" panose="020B08030302020203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895613"/>
            <a:ext cx="9763125" cy="5171939"/>
            <a:chOff x="0" y="0"/>
            <a:chExt cx="13017500" cy="6895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549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1A1A1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Software and Operating Systems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99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HANA ADEN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Tenor Sans"/>
                <a:ea typeface="Tenor Sans"/>
                <a:cs typeface="Tenor Sans"/>
                <a:sym typeface="Tenor Sans"/>
              </a:rPr>
              <a:t>Defining Software and Its Importance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INSTRUCTIONS FOR HARDWARE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Software comprises instructions that </a:t>
              </a:r>
              <a:r>
                <a:rPr lang="en-US" b="true" sz="2099">
                  <a:solidFill>
                    <a:srgbClr val="1A1A1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enable hardware operation</a:t>
              </a: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are essential for making computers functional and interactive for users.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ESSENTIAL FOR FUNCTIONALITY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Without software, hardware remains inactive. It is crucial for managing tasks and providing users with helpful interfaces and applications.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Tenor Sans"/>
                <a:ea typeface="Tenor Sans"/>
                <a:cs typeface="Tenor Sans"/>
                <a:sym typeface="Tenor Sans"/>
              </a:rPr>
              <a:t>Software Types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5165070"/>
            <a:chOff x="0" y="0"/>
            <a:chExt cx="7264400" cy="68867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SYSTEM SOFTWARE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System software manages hardware resources, providing essential support for application software and enabling overall operation of the computer system.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APPLICATION SOFTWARE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Application software allows users to perform specific tasks, enhancing productivity and user experience, but is not vital for system functionality.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158784"/>
            <a:chOff x="0" y="0"/>
            <a:chExt cx="13017500" cy="687837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4F4F4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CORE FUNCTIONS OF SYSTEM SOFTWARE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4F4F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System software acts as a </a:t>
              </a:r>
              <a:r>
                <a:rPr lang="en-US" b="true" sz="2099">
                  <a:solidFill>
                    <a:srgbClr val="F4F4F4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manager</a:t>
              </a:r>
              <a:r>
                <a:rPr lang="en-US" sz="2099">
                  <a:solidFill>
                    <a:srgbClr val="F4F4F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hardware, ensuring all components operate smoothly while providing a platform for application execution.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4F4F4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System Software: Managing Computer Resources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78D7"/>
                </a:solidFill>
                <a:latin typeface="Tenor Sans"/>
                <a:ea typeface="Tenor Sans"/>
                <a:cs typeface="Tenor Sans"/>
                <a:sym typeface="Tenor Sans"/>
              </a:rPr>
              <a:t>System Software Functions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CPU CONTROL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System software regulates CPU operations, coordinating tasks between hardware and applications, ensuring smooth execution of processes and efficient resource allocation.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MEMORY MANAGEMENT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It manages system memory usage, allocating space for applications and data, optimizing performance through efficient memory allocation and retrieval processes.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STORAGE MANAGEMENT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System software organizes data storage, facilitating file management and device interactions, ensuring data integrity and accessibility across various storage devices.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102836"/>
            <a:chOff x="0" y="0"/>
            <a:chExt cx="13017500" cy="54704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4F4F4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OPERATING SYSTEMS AND UTILITIES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4F4F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System software includes operating systems like Windows, utility programs for maintenance, and device drivers that facilitate hardware interaction.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4F4F4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Examples of System Software Types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78D7"/>
                </a:solidFill>
                <a:latin typeface="Tenor Sans"/>
                <a:ea typeface="Tenor Sans"/>
                <a:cs typeface="Tenor Sans"/>
                <a:sym typeface="Tenor Sans"/>
              </a:rPr>
              <a:t>Application Software Overview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PURPOSE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Application software serves to perform specific tasks, enhancing user productivity and experience while not being essential for computer functionality.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680135"/>
            <a:chOff x="0" y="0"/>
            <a:chExt cx="7264400" cy="357351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TYPES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2427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Various types of application software exist, including productivity tools, multimedia applications, and educational software, catering to diverse user needs and preferences.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680135"/>
            <a:chOff x="0" y="0"/>
            <a:chExt cx="7264400" cy="357351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EXAMPLES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2427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Common examples include word processors like Microsoft Word, web browsers like Google Chrome, and graphic design tools like Adobe Photoshop, all serving unique purposes.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526406"/>
            <a:chOff x="0" y="0"/>
            <a:chExt cx="13017500" cy="736854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4F4F4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TYPES OF APPLICATION SOFTWARE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4F4F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Application software includes tools like word processors, web browsers, and multimedia apps, enabling users to accomplish specific tasks effectively and efficiently.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4F4F4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Application Software Examples: Tools for Users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102836"/>
            <a:chOff x="0" y="0"/>
            <a:chExt cx="13017500" cy="54704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MANAGING HARDWARE EFFICIENTLY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Operating systems are vital for managing hardware and software interactions, providing a user-friendly interface for effective system navigation and control.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1A1A1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Essential Role of Operating Systems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78D7"/>
                </a:solidFill>
                <a:latin typeface="Tenor Sans"/>
                <a:ea typeface="Tenor Sans"/>
                <a:cs typeface="Tenor Sans"/>
                <a:sym typeface="Tenor Sans"/>
              </a:rPr>
              <a:t>Operating System Examples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WINDOWS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Windows is the most widely used operating system, known for its user-friendly interface and compatibility with a vast array of software.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MACOS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macOS, developed by Apple, is praised for its sleek design and seamless integration with Apple hardware, providing a smooth user experience.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LINUX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Linux is an open-source operating system, favored by developers for its flexibility and security, offering various distributions tailored to different needs.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78D7"/>
                </a:solidFill>
                <a:latin typeface="Tenor Sans"/>
                <a:ea typeface="Tenor Sans"/>
                <a:cs typeface="Tenor Sans"/>
                <a:sym typeface="Tenor Sans"/>
              </a:rPr>
              <a:t>Windows Desktop Overview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ICONS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desktop features </a:t>
              </a:r>
              <a:r>
                <a:rPr lang="en-US" b="true" sz="2099">
                  <a:solidFill>
                    <a:srgbClr val="1A1A1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icons</a:t>
              </a: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representing applications, files, and folders, allowing users to access frequently used items quickly and efficiently.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SHORTCUTS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Shortcuts provide convenient access to programs and files, enabling users to launch applications directly from the desktop without navigating through menus.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CUSTOMIZATION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Users can personalize their desktop experience by choosing </a:t>
              </a:r>
              <a:r>
                <a:rPr lang="en-US" b="true" sz="2099">
                  <a:solidFill>
                    <a:srgbClr val="1A1A1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customizable wallpaper</a:t>
              </a: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enhancing their workspace's look and making it more inviting and enjoyable.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0078D7"/>
                </a:solidFill>
                <a:latin typeface="Tenor Sans"/>
                <a:ea typeface="Tenor Sans"/>
                <a:cs typeface="Tenor Sans"/>
                <a:sym typeface="Tenor Sans"/>
              </a:rPr>
              <a:t>Taskbar and Start Menu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LOCATION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taskbar is located at the bottom of the screen, providing a central area for managing applications and accessing system notifications.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NOTIFICATIONS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taskbar displays notifications for running applications, system updates, and alerts, keeping users informed of important events and activities.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A1A1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PROGRAM ACCESS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1A1A1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Start Menu offers easy access to installed programs, settings, and files, enhancing user navigation and streamlining workflow efficiency.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9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5836" y="4819650"/>
            <a:ext cx="112014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1A1A1A"/>
                </a:solidFill>
                <a:latin typeface="Tenor Sans"/>
                <a:ea typeface="Tenor Sans"/>
                <a:cs typeface="Tenor Sans"/>
                <a:sym typeface="Tenor Sans"/>
              </a:rPr>
              <a:t>Conclusion and Further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Software and Operating Systems</dc:description>
  <dc:identifier>DAG_yjJOrEQ</dc:identifier>
  <dcterms:modified xsi:type="dcterms:W3CDTF">2011-08-01T06:04:30Z</dcterms:modified>
  <cp:revision>1</cp:revision>
  <dc:title>Presentation - Software and Operating Systems</dc:title>
</cp:coreProperties>
</file>
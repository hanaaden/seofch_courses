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Helvetica World Bold" charset="1" panose="020B0800040000020004"/>
      <p:regular r:id="rId25"/>
    </p:embeddedFont>
    <p:embeddedFont>
      <p:font typeface="Georgia Pro Condensed Bold" charset="1" panose="020408060504050202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E0E0E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[Hana Aden]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73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Computer Case, Monitor, and Keyboard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Protecting and Organizing 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940550"/>
            <a:ext cx="6886575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computer case serves as 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essential housing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vital components like the motherboard, CPU, and power supply, ensuring protection from external damage while enabling efficient organization of hardware for optimal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Front Panel Features and Case Types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All-in-One Computer Case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Monitor Functions and Types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4013" y="4946594"/>
            <a:ext cx="8587587" cy="43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8"/>
              </a:lnSpc>
            </a:pPr>
            <a:r>
              <a:rPr lang="en-US" sz="4127" spc="-61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Monitors display images and text by connecting to the internal video card, showcasing various outputs and allowing users to interact with their computers through vibrant visuals and responsive control buttons.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237" t="0" r="-237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9678926" cy="4129745"/>
            <a:chOff x="0" y="0"/>
            <a:chExt cx="12905235" cy="55063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725"/>
              <a:ext cx="12905235" cy="4046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03"/>
                </a:lnSpc>
              </a:pPr>
              <a:r>
                <a:rPr lang="en-US" sz="10639" spc="-319">
                  <a:solidFill>
                    <a:srgbClr val="00408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LCD/LED vs. CRT Monitors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63142"/>
              <a:ext cx="12905235" cy="743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9"/>
                </a:lnSpc>
                <a:spcBef>
                  <a:spcPct val="0"/>
                </a:spcBef>
              </a:pPr>
              <a:r>
                <a:rPr lang="en-US" b="true" sz="3324" spc="-49">
                  <a:solidFill>
                    <a:srgbClr val="20202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Modern and Older Technologies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Keyboard Structure and Key Functions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keyboard is 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primary input device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computers, facilitating communication through various key groups, including alphanumeric, function, control, navigation, and special keys, essential for efficient computer operation.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BB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0408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Keyboard Key Groups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alphanumeric, function, and control keys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Alphanumeric Keys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Alphanumeric keys include letters and numbers, enabling </a:t>
              </a:r>
              <a:r>
                <a:rPr lang="en-US" b="true" sz="2000" spc="-30" strike="noStrike" u="none">
                  <a:solidFill>
                    <a:srgbClr val="20202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text entry</a:t>
              </a: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documents and communication, essential for typing and inputting data in various applications.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30525"/>
            <a:chOff x="0" y="0"/>
            <a:chExt cx="5346700" cy="3907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Function Keys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Function keys (F1-F12) provide </a:t>
              </a:r>
              <a:r>
                <a:rPr lang="en-US" b="true" sz="2000" spc="-30" strike="noStrike" u="none">
                  <a:solidFill>
                    <a:srgbClr val="20202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shortcuts</a:t>
              </a: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specific tasks within software, enhancing productivity by allowing users to quickly access functions like help and menu navigation.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Keys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 keys such as Ctrl, Alt, and Shift are used in combination with other keys to execute commands, significantly improving </a:t>
              </a:r>
              <a:r>
                <a:rPr lang="en-US" b="true" sz="2000" spc="-30" strike="noStrike" u="none">
                  <a:solidFill>
                    <a:srgbClr val="20202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efficiency</a:t>
              </a: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document editing and software operations.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0408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Navigation and Special Keys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keyboard functions and layout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Navigation Keys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Navigation keys include arrow keys and Page Up/Down, assisting users in moving the cursor and navigating documents efficiently, making them essential for effective computer interaction.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Special Function Keys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Special keys like Escape and Print Screen serve unique functions, allowing users to stop actions or capture screen content, enhancing versatility during computer use and multitasking.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04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Numeric Keypad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0202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numeric keypad simplifies numerical data entry and calculations, resembling a calculator layout, and is beneficial for tasks requiring frequent numerical input, boosting productivity and efficiency.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Numeric Keypad Functionality Explained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54900"/>
            <a:ext cx="688657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numeric keypad allows for quick and efficient number entry, featuring a layout similar to a calculator. It streamlines data input and is especially useful for accounting and data analysis tasks.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Tab and Insert Keys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Tab key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is crucial for indenting text and navigating between fields, while 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Insert key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toggles between insert and overtype modes, enhancing text editing efficiency in various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409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00408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Lesser-Known Keyboard Keys Explained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854950"/>
            <a:ext cx="6886575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Scroll Lock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Pause/Break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keys are often overlooked today. While they served specific purposes in the past, their use has diminished significantly in modern computing environments.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the Computer Mouse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854950"/>
            <a:ext cx="6886575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mouse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is a vital input device enabling users to navigate and interact with their computers. It allows for precise control and selection of objects on the screen, enhancing user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Alternatives to Traditional Mouse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Touchpads provide a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space-saving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solution for navigation, allowing users to control the cursor with finger gestures. They are commonly found on laptops, offering convenience without additional desk clutter.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Functions and Practical Tips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Understanding the essential roles of the </a:t>
            </a:r>
            <a:r>
              <a:rPr lang="en-US" b="true" sz="2499" spc="-37" strike="noStrike" u="non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computer case, monitor, and keyboard</a:t>
            </a: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helps users maximize their efficiency. Choose the right components for your needs and maintain them for optimal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Enhancing Your Monitor and Keyboard Skills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54900"/>
            <a:ext cx="688657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Adjusting monitor settings improves visual comfort. Learning keyboard shortcuts increases efficiency, allowing quick access to commands and functions. Embrace these tools to enhance your overall computing experience and productivity.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04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2020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Explore hardware and practice skills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00408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Computer Case, Monitor, and Keyboard</dc:description>
  <dc:identifier>DAG_s8--2YU</dc:identifier>
  <dcterms:modified xsi:type="dcterms:W3CDTF">2011-08-01T06:04:30Z</dcterms:modified>
  <cp:revision>1</cp:revision>
  <dc:title>Presentation - Computer Case, Monitor, and Keyboard</dc:title>
</cp:coreProperties>
</file>
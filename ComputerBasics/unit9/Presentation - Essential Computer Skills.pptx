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" charset="1" panose="020B0500040000020004"/>
      <p:regular r:id="rId19"/>
    </p:embeddedFont>
    <p:embeddedFont>
      <p:font typeface="Georgia Pro Condensed" charset="1" panose="02040506050405020303"/>
      <p:regular r:id="rId20"/>
    </p:embeddedFont>
    <p:embeddedFont>
      <p:font typeface="Helvetica World Bold" charset="1" panose="020B080004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01760"/>
            <a:ext cx="688657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Hana Aden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Files and folders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4B4B4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40752" y="2174731"/>
            <a:ext cx="16487775" cy="5119824"/>
            <a:chOff x="0" y="0"/>
            <a:chExt cx="21983700" cy="682643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21983700" cy="2164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246"/>
                </a:lnSpc>
              </a:pPr>
              <a:r>
                <a:rPr lang="en-US" sz="10189" spc="-305">
                  <a:solidFill>
                    <a:srgbClr val="0066CC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Introduction to Computer Skills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779607"/>
              <a:ext cx="21983700" cy="730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1"/>
                </a:lnSpc>
                <a:spcBef>
                  <a:spcPct val="0"/>
                </a:spcBef>
              </a:pPr>
              <a:r>
                <a:rPr lang="en-US" b="true" sz="3184" spc="-4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Essential Skills for Effective Use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881620"/>
              <a:ext cx="17210819" cy="2944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58"/>
                </a:lnSpc>
              </a:pPr>
              <a:r>
                <a:rPr lang="en-US" sz="3184" spc="-4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Mastering computer skills is crucial for productivity. Understanding files, folders, keyboard shortcuts, and mouse operations enhances computer literacy, enabling users to navigate technology with confidence and efficiency.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66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Files and Folders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39686"/>
            <a:ext cx="7776816" cy="481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5"/>
              </a:lnSpc>
            </a:pPr>
            <a:r>
              <a:rPr lang="en-US" sz="3861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Understanding files and folders is essential for </a:t>
            </a:r>
            <a:r>
              <a:rPr lang="en-US" b="true" sz="3861" spc="-57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effective data organization</a:t>
            </a:r>
            <a:r>
              <a:rPr lang="en-US" sz="3861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Mastering these concepts helps in locating documents easily, maintaining productivity, and ensuring efficient storage on your computer.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66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Common File Types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10493"/>
            <a:ext cx="6524625" cy="550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6"/>
              </a:lnSpc>
            </a:pPr>
            <a:r>
              <a:rPr lang="en-US" sz="3933" spc="-58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Files come in various types, including text documents, images, audio recordings, and videos. Understanding these types and their extensions is essential for effective data management and usage across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66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Organizing Files with Folders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532870"/>
            <a:ext cx="5761961" cy="608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0"/>
              </a:lnSpc>
            </a:pPr>
            <a:r>
              <a:rPr lang="en-US" sz="3843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Folders serve as essential </a:t>
            </a:r>
            <a:r>
              <a:rPr lang="en-US" b="true" sz="3843" spc="-57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containers</a:t>
            </a:r>
            <a:r>
              <a:rPr lang="en-US" sz="3843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categorizing your documents, photos, and other files. Creating a hierarchical structure enhances organization, making it easier to access and manage your important data efficiently.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57562"/>
            <a:ext cx="400765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Creating Files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086350"/>
            <a:ext cx="4007657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create a new file, right-click in the desired folder, select 'New', and choose the file type. This action helps organize data effectively from the start.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1575" y="3357562"/>
            <a:ext cx="40100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Renaming Files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6434" y="3313907"/>
            <a:ext cx="400310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Deleting Files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81575" y="5086350"/>
            <a:ext cx="4010025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Renaming files is essential for clarity. Right-click on a file, select 'Rename', and type a meaningful name to enhance organization and retrieval.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1225" y="5086350"/>
            <a:ext cx="4003106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Deleting unwanted files frees up storage space. Right-click on the file and select 'Delete', confirming the action to permanently remove it from the system.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3357562"/>
            <a:ext cx="380784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Moving Files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189" y="5086350"/>
            <a:ext cx="4009236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Moving files helps maintain organization. Click and drag files to the destination folder or use 'Cut' and 'Paste' to relocate them efficiently.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83154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7189" y="4248150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1225" y="4248150"/>
            <a:ext cx="323850" cy="32385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0066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File Management Tasks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4B4B4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9145121" cy="5353308"/>
            <a:chOff x="0" y="0"/>
            <a:chExt cx="25526829" cy="71377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25526829" cy="2515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381"/>
                </a:lnSpc>
              </a:pPr>
              <a:r>
                <a:rPr lang="en-US" sz="11832" spc="-354">
                  <a:solidFill>
                    <a:srgbClr val="0066CC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Keyboard Skills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240193"/>
              <a:ext cx="25526829" cy="836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37"/>
                </a:lnSpc>
                <a:spcBef>
                  <a:spcPct val="0"/>
                </a:spcBef>
              </a:pPr>
              <a:r>
                <a:rPr lang="en-US" b="true" sz="3697" spc="-55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Enhance Efficiency with Typing and Shortcuts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519505"/>
              <a:ext cx="19984699" cy="2618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76"/>
                </a:lnSpc>
              </a:pPr>
              <a:r>
                <a:rPr lang="en-US" sz="3697" spc="-55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Mastering keyboard skills is essential for </a:t>
              </a:r>
              <a:r>
                <a:rPr lang="en-US" b="true" sz="3697" spc="-55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efficient computer usage</a:t>
              </a:r>
              <a:r>
                <a:rPr lang="en-US" sz="3697" spc="-55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By improving your typing speed and learning shortcuts, you can significantly enhance productivity and streamline your workflow.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66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Typing Fundamentals for Success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144409"/>
            <a:ext cx="5909348" cy="545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12"/>
              </a:lnSpc>
            </a:pPr>
            <a:r>
              <a:rPr lang="en-US" sz="3866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Proper finger placement on the </a:t>
            </a:r>
            <a:r>
              <a:rPr lang="en-US" b="true" sz="3866" spc="-57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home row keys</a:t>
            </a:r>
            <a:r>
              <a:rPr lang="en-US" sz="3866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is crucial for improving both accuracy and speed in typing. This foundational skill is essential for effective communication and efficient computer use.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57562"/>
            <a:ext cx="544593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Ctrl+C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086350"/>
            <a:ext cx="544593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 spc="-30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Copying</a:t>
            </a: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selected text or files to your clipboard allows for easy duplication without the need to recreate content from scratch. It saves time during document editing.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57562"/>
            <a:ext cx="544618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Ctrl+V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086350"/>
            <a:ext cx="5446184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 spc="-30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Pasting</a:t>
            </a: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the contents of your clipboard into a document or location allows for quick insertion of copied materials. This is essential for efficient content management.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3357562"/>
            <a:ext cx="5448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Ctrl+X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086350"/>
            <a:ext cx="5448300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 spc="-30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Cutting</a:t>
            </a: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selected text or files removes them from their original location and places them on your clipboard. This is useful for repositioning content seamlessly within documents.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0066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Keyboard Shortcuts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4B4B4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9337769" cy="5350258"/>
            <a:chOff x="0" y="0"/>
            <a:chExt cx="25783692" cy="713367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25783692" cy="253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536"/>
                </a:lnSpc>
              </a:pPr>
              <a:r>
                <a:rPr lang="en-US" sz="11951" spc="-358">
                  <a:solidFill>
                    <a:srgbClr val="0066CC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Mouse Skills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282418"/>
              <a:ext cx="25783692" cy="834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1"/>
                </a:lnSpc>
                <a:spcBef>
                  <a:spcPct val="0"/>
                </a:spcBef>
              </a:pPr>
              <a:r>
                <a:rPr lang="en-US" b="true" sz="3734" spc="-56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Mastering Navigation and Control Techniques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565749"/>
              <a:ext cx="20185795" cy="2567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28"/>
                </a:lnSpc>
              </a:pPr>
              <a:r>
                <a:rPr lang="en-US" sz="3734" spc="-56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mouse operations is crucial for effective computer use. Mastering clicking, dragging, and scrolling helps improve efficiency and precision, ultimately enhancing your overall productivity and workflow.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66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Mouse Basics: Pointing and Clicking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803651"/>
            <a:ext cx="7056853" cy="630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7"/>
              </a:lnSpc>
            </a:pPr>
            <a:r>
              <a:rPr lang="en-US" sz="4433" spc="-66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Mastering mouse operations is crucial for </a:t>
            </a:r>
            <a:r>
              <a:rPr lang="en-US" b="true" sz="4433" spc="-66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effective navigation</a:t>
            </a:r>
            <a:r>
              <a:rPr lang="en-US" sz="4433" spc="-66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Understanding how to point, click, and drag allows users to select files, open applications, and interact seamlessly with their computer environment.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66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Advanced Mouse Skills for Efficiency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8248" y="3803651"/>
            <a:ext cx="7343578" cy="617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32"/>
              </a:lnSpc>
            </a:pPr>
            <a:r>
              <a:rPr lang="en-US" sz="4380" spc="-65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Mastering right-click context menus and pointer speed adjustments can significantly enhance your workflow. These skills enable </a:t>
            </a:r>
            <a:r>
              <a:rPr lang="en-US" b="true" sz="4380" spc="-65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faster navigation</a:t>
            </a:r>
            <a:r>
              <a:rPr lang="en-US" sz="4380" spc="-65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precise control, resulting in smoother interactions with your computer.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01760"/>
            <a:ext cx="832485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Recap your learning journey today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0066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Essential Computer Skills</dc:description>
  <dc:identifier>DAG_ywZaGgI</dc:identifier>
  <dcterms:modified xsi:type="dcterms:W3CDTF">2011-08-01T06:04:30Z</dcterms:modified>
  <cp:revision>1</cp:revision>
  <dc:title>Presentation - Essential Computer Skills</dc:title>
</cp:coreProperties>
</file>
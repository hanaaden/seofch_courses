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T Interphases" charset="1" panose="02000503020000020004"/>
      <p:regular r:id="rId21"/>
    </p:embeddedFont>
    <p:embeddedFont>
      <p:font typeface="Cooper BT Light" charset="1" panose="0208050304030B020404"/>
      <p:regular r:id="rId22"/>
    </p:embeddedFont>
    <p:embeddedFont>
      <p:font typeface="TT Interphases Bold" charset="1" panose="02000803060000020004"/>
      <p:regular r:id="rId23"/>
    </p:embeddedFont>
    <p:embeddedFont>
      <p:font typeface="Cooper BT Medium" charset="1" panose="0208060305030B0204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8324850" cy="3941499"/>
            <a:chOff x="0" y="0"/>
            <a:chExt cx="11099800" cy="525533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7371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399" spc="-47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Bringing Digital Data to Life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8600"/>
              <a:ext cx="11099800" cy="4047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2A3E59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Output Devices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8724859"/>
            <a:ext cx="8324850" cy="895391"/>
            <a:chOff x="0" y="0"/>
            <a:chExt cx="11099800" cy="11938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59184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Seofch acedamy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11099800" cy="581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800">
                  <a:solidFill>
                    <a:srgbClr val="53839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Hana Aden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Output devices are essential hardware components that </a:t>
              </a:r>
              <a:r>
                <a:rPr lang="en-US" b="true" sz="2400" spc="-48" strike="noStrike" u="none">
                  <a:solidFill>
                    <a:srgbClr val="2A3E5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convert digital signals</a:t>
              </a: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from a computer into formats that are understandable to humans, enabling effective communication and interaction.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3341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2A3E59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Introduction to Output Devices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4124326"/>
            <a:chOff x="0" y="0"/>
            <a:chExt cx="9182100" cy="54991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980941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53839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their critical role in technology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71450"/>
              <a:ext cx="9182100" cy="4421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Importance of Output Devices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1562100"/>
            <a:ext cx="6886575" cy="1294130"/>
            <a:chOff x="0" y="0"/>
            <a:chExt cx="9182100" cy="17255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Visual Outputs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Support comprehension by displaying information clearly.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354706"/>
            <a:ext cx="6886575" cy="903605"/>
            <a:chOff x="0" y="0"/>
            <a:chExt cx="9182100" cy="12048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Audio Outputs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Enhance accessibility for users with auditory needs.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44135"/>
            <a:ext cx="6886575" cy="1294130"/>
            <a:chOff x="0" y="0"/>
            <a:chExt cx="9182100" cy="172550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Hard Copy Outputs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Enable documentation and provide physical records easily.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6400" y="6933565"/>
            <a:ext cx="6886575" cy="1294130"/>
            <a:chOff x="0" y="0"/>
            <a:chExt cx="9182100" cy="172550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Human-Computer Interaction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Enhance overall interaction and communication with computers.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33775"/>
            <a:ext cx="8324850" cy="366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2A3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Monitor – Visual Output Device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2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6267450"/>
            <a:chOff x="0" y="0"/>
            <a:chExt cx="143494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448300" cy="6267450"/>
            <a:chOff x="0" y="0"/>
            <a:chExt cx="143494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3352800"/>
            <a:ext cx="5448300" cy="6267450"/>
            <a:chOff x="0" y="0"/>
            <a:chExt cx="1434943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7589" y="838200"/>
            <a:ext cx="16952821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53839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Monitor Types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05025" y="4248262"/>
            <a:ext cx="2571750" cy="3827033"/>
            <a:chOff x="0" y="0"/>
            <a:chExt cx="3429000" cy="510271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49425"/>
              <a:ext cx="34290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CRT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543151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Traditional display technology with bulkiness.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58125" y="4248150"/>
            <a:ext cx="2571750" cy="3827071"/>
            <a:chOff x="0" y="0"/>
            <a:chExt cx="3429000" cy="510276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749425"/>
              <a:ext cx="34290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LCD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3543201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Slim and energy-efficient, widely used today.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11225" y="4248150"/>
            <a:ext cx="2571750" cy="3827219"/>
            <a:chOff x="0" y="0"/>
            <a:chExt cx="3429000" cy="510295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49425"/>
              <a:ext cx="34290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LED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543399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Brighter and longer lifespan than previous types.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2626995"/>
            <a:chOff x="0" y="0"/>
            <a:chExt cx="11099800" cy="35026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431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Monitors serve as essential output devices, facilitating </a:t>
              </a:r>
              <a:r>
                <a:rPr lang="en-US" b="true" sz="2400" spc="-48" strike="noStrike" u="none">
                  <a:solidFill>
                    <a:srgbClr val="2A3E5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visual representation</a:t>
              </a: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software, enabling users to interact with applications, and enhancing productivity across various tasks.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1740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2A3E59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Key Functions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33775"/>
            <a:ext cx="8324850" cy="126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2A3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Types of Printers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7917" y="838200"/>
            <a:ext cx="14055058" cy="11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A9C5D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Types of Printers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5448300" cy="5372100"/>
            <a:chOff x="0" y="0"/>
            <a:chExt cx="1434943" cy="141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5448300" cy="5372100"/>
            <a:chOff x="0" y="0"/>
            <a:chExt cx="1434943" cy="1414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5448300" cy="5372100"/>
            <a:chOff x="0" y="0"/>
            <a:chExt cx="1434943" cy="14148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92088" y="6009427"/>
            <a:ext cx="4010025" cy="273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2A3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Specialized printers, including thermal and 3D printers, utilize unique technologies, where thermal printers heat special paper to create images, and 3D printers build objects layer by layer.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2088" y="5114925"/>
            <a:ext cx="40100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53839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Specialized Printers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58038" y="6399898"/>
            <a:ext cx="3971925" cy="234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2A3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Non-impact printers create images without physical contact, using methods such as inkjet, where liquid ink is sprayed, and laser, which uses heat to fuse toner onto paper.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8038" y="5114979"/>
            <a:ext cx="39719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53839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Non-Impact Printers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5887" y="6399952"/>
            <a:ext cx="4010025" cy="234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2A3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Impact printers use physical impact to transfer ink onto paper, producing text and images through mechanisms like pins striking an ink ribbon, ideal for multi-part forms.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887" y="5114925"/>
            <a:ext cx="40100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53839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Impact Printers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10445243">
            <a:off x="-689073" y="5800140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Printers play a crucial role in producing </a:t>
              </a:r>
              <a:r>
                <a:rPr lang="en-US" b="true" sz="2400" spc="-48" strike="noStrike" u="none">
                  <a:solidFill>
                    <a:srgbClr val="2A3E5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hard copies</a:t>
              </a: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documents, images, and charts, enabling easy sharing, documentation, and physical storage for various personal and professional needs.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3341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2A3E59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Functions of Printers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33775"/>
            <a:ext cx="8324850" cy="366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2A3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Speaker – Audio Output Device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3048001"/>
            <a:chOff x="0" y="0"/>
            <a:chExt cx="9182100" cy="40640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545841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53839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Exploring the essential roles of speakers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71450"/>
              <a:ext cx="91821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Speaker Functions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1562100"/>
            <a:ext cx="6886575" cy="1294130"/>
            <a:chOff x="0" y="0"/>
            <a:chExt cx="9182100" cy="17255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Audio Playback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Plays various audio formats for entertainment and media.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354706"/>
            <a:ext cx="6886575" cy="903605"/>
            <a:chOff x="0" y="0"/>
            <a:chExt cx="9182100" cy="12048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Voice Communication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Enables voice interaction for calls and conferencing.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44135"/>
            <a:ext cx="6886575" cy="903605"/>
            <a:chOff x="0" y="0"/>
            <a:chExt cx="9182100" cy="120480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Accessibility Support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Assists users with auditory needs and requirements.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6400" y="6933565"/>
            <a:ext cx="6886575" cy="1294130"/>
            <a:chOff x="0" y="0"/>
            <a:chExt cx="9182100" cy="172550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53839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Application Areas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Used in multimedia, presentations, and various entertainment.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33775"/>
            <a:ext cx="8324850" cy="366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2A3E59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Projectors: Visual Output Devices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7917" y="838200"/>
            <a:ext cx="14055058" cy="11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A9C5D2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Types of Projectors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5448300" cy="5372100"/>
            <a:chOff x="0" y="0"/>
            <a:chExt cx="1434943" cy="141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5448300" cy="5372100"/>
            <a:chOff x="0" y="0"/>
            <a:chExt cx="1434943" cy="1414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5448300" cy="5372100"/>
            <a:chOff x="0" y="0"/>
            <a:chExt cx="1434943" cy="14148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2F2F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92088" y="6009427"/>
            <a:ext cx="4010025" cy="273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2A3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LCD, DLP, and LED projectors employ advanced technologies for superior image quality, offering options for varying brightness and resolution suited for different environments and applications.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2088" y="5114925"/>
            <a:ext cx="40100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53839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LCD, DLP, LED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58038" y="6009373"/>
            <a:ext cx="3971925" cy="273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2A3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Multimedia projectors enable versatile presentations by connecting to computers or devices, displaying videos and graphics with high clarity and vibrant colors for engaging audiences.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8038" y="5114979"/>
            <a:ext cx="39719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53839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Multimedia/Digital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5887" y="6399952"/>
            <a:ext cx="4010025" cy="234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 spc="-47" strike="noStrike" u="none">
                <a:solidFill>
                  <a:srgbClr val="2A3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Overhead projectors utilize transparency sheets to project images onto a screen, making them suitable for basic presentations in classrooms or small meetings.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887" y="5114925"/>
            <a:ext cx="40100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53839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Overhead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10445243">
            <a:off x="-689073" y="5800140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Projectors are essential in educational settings, enabling </a:t>
              </a:r>
              <a:r>
                <a:rPr lang="en-US" b="true" sz="2400" spc="-48" strike="noStrike" u="none">
                  <a:solidFill>
                    <a:srgbClr val="2A3E5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interactive learning</a:t>
              </a:r>
              <a:r>
                <a:rPr lang="en-US" sz="2400" spc="-48" strike="noStrike" u="none">
                  <a:solidFill>
                    <a:srgbClr val="2A3E5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by projecting visuals for group discussions, presentations, and multimedia content, enhancing comprehension and collaboration among students.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3341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2A3E59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Functions of Projectors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43066"/>
            <a:ext cx="9763125" cy="4569752"/>
            <a:chOff x="0" y="0"/>
            <a:chExt cx="13017500" cy="609300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691812"/>
              <a:ext cx="11099800" cy="14011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7"/>
                </a:lnSpc>
              </a:pPr>
              <a:r>
                <a:rPr lang="en-US" sz="2190" spc="-43" strike="noStrike" u="none">
                  <a:solidFill>
                    <a:srgbClr val="A9C5D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Output devices play a critical role in </a:t>
              </a:r>
              <a:r>
                <a:rPr lang="en-US" b="true" sz="2190" spc="-43" strike="noStrike" u="none">
                  <a:solidFill>
                    <a:srgbClr val="A9C5D2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converting digital data</a:t>
              </a:r>
              <a:r>
                <a:rPr lang="en-US" sz="2190" spc="-43" strike="noStrike" u="none">
                  <a:solidFill>
                    <a:srgbClr val="A9C5D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into understandable formats, supporting communication, enhancing productivity, and improving accessibility for all users in various settings.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3017500" cy="347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74"/>
                </a:lnSpc>
                <a:spcBef>
                  <a:spcPct val="0"/>
                </a:spcBef>
              </a:pPr>
              <a:r>
                <a:rPr lang="en-US" sz="9874" spc="-197" strike="noStrike" u="none">
                  <a:solidFill>
                    <a:srgbClr val="A9C5D2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Importance of Output Devices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28144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Output Devices</dc:description>
  <dc:identifier>DAG_yrPZqpA</dc:identifier>
  <dcterms:modified xsi:type="dcterms:W3CDTF">2011-08-01T06:04:30Z</dcterms:modified>
  <cp:revision>1</cp:revision>
  <dc:title>Presentation - Output Devices</dc:title>
</cp:coreProperties>
</file>